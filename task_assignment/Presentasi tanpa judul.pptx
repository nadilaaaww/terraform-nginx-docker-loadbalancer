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4ac6cf96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4ac6cf96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4ac6cf96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4ac6cf96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4ac6cf96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4ac6cf96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4ac6cf96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4ac6cf96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4ac6cf96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4ac6cf96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4ac6cf96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4ac6cf96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4ac6cf96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4ac6cf96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4ac6cf96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4ac6cf96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4ac6cf96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4ac6cf96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4ac6cf96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4ac6cf96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4ac6cf96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4ac6cf96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Transform Nginx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d" sz="2880"/>
              <a:t>Arinda Khafita Lovi </a:t>
            </a:r>
            <a:endParaRPr sz="28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d" sz="2880"/>
              <a:t>E41231568 - D</a:t>
            </a:r>
            <a:endParaRPr sz="28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Install Terraform 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868" y="1077900"/>
            <a:ext cx="6012270" cy="37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Install Terraform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400" y="1168125"/>
            <a:ext cx="7669225" cy="36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Install Terraform &amp; Docker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38" y="1071637"/>
            <a:ext cx="7818526" cy="30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Install Docker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001" y="1204175"/>
            <a:ext cx="6261976" cy="34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Buat dan Buka Project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b="0" l="0" r="60549" t="0"/>
          <a:stretch/>
        </p:blipFill>
        <p:spPr>
          <a:xfrm>
            <a:off x="311700" y="1205175"/>
            <a:ext cx="8520599" cy="1083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Inisialisasi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775" y="1125000"/>
            <a:ext cx="855644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Melihat Rencana Eksekusi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693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Insrastruktur 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2652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Insrastruktur </a:t>
            </a:r>
            <a:endParaRPr/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713" y="1017725"/>
            <a:ext cx="70865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Akses Aplikasi</a:t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000" y="1177875"/>
            <a:ext cx="6856001" cy="208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4000" y="3265747"/>
            <a:ext cx="6856000" cy="1717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Akses Aplikasi</a:t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724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