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DEBB-436E-041F-3BFE-856981C70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271D-1D1F-1A94-1A5A-BBD369245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09D3-CA16-0C49-922F-0405CD7B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A74AC-26B1-70DF-5D5D-9BBDFD49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1D2D-03EC-94F0-A8EC-BD8BCAFC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44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C5D0-8F35-C7EB-6A5A-29678756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7A1D-8EA1-3706-531D-94F09F99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D35A4-766E-A7D1-4343-47C0CEAF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5CBDB-20D5-156D-C3E1-9D1D52E5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85514-7CC9-FC6D-1721-5A091943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971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7D37-77EE-FF4E-A3ED-737E784F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127BD-558E-33AD-1E76-E21083268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7DD3F-0E69-D016-9EAD-F74990A7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6D137-50F7-E0A0-FB73-50FBD113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EBB80-455F-8123-88E4-5CD70EEE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929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DB4A-CF6D-6812-63B9-1F3D3432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BA79A-40F8-A4BC-1E44-DBCC795A9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68A4C-469B-9FAA-8A7C-5E38BD68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898CE-9E28-0C54-6750-F181744A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64FEA-6B92-A006-E53D-3A266CBA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ADBAF-6871-92DC-5747-14D98555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526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E544-EF25-771E-5740-BFBFB2639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1E63B-B8DC-2003-6706-378ECF0F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8E298-C384-343B-5F20-743D5179A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97186-B9D9-BCDB-8555-92995CACA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53169-9469-61DA-7671-AFB1D4C83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B2232-2D9A-A0E5-1177-A3A384EA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BDE36E-7B31-E878-5686-BC879F31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F5689-2C7E-4C5F-F8BE-E561B694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15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F561-7FC8-9CD4-89DA-38C2A730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2DD1D-F595-337A-8094-3D6DA925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BBC5D-97A0-AA19-3FBE-2E43E8C4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EE3E7-B841-8A67-68EA-492F26C8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973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18F12-8866-E6E7-3F0D-A1D787D3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808F-6FD5-D839-5C50-CCA5BE0A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E6E97-F27B-FC9B-2F7F-4087E894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915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3900-4939-3610-9694-59ACA1B6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A7F89-4042-64E3-6B02-97C0D72F3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F3F7A-C38A-88A3-F7B0-DC9D66162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7EDAD-441D-B4DF-3A28-470BF2E0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D0A47-7050-2C1F-39AE-E9B07422E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A15B4-F577-7951-4F21-1ED326C9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927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F82D-CD71-12FE-5B50-58F29FE2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689063-E30E-B111-270C-7E87F3ED3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0899B-CB7D-5D68-A0C4-6DA14A0A2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8CE94-9F43-B5CF-4F6B-15621194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C958B-952F-9CDF-77DA-445DC4EF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CA622-CDEC-627A-26EA-087497B5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452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AFD3-A688-DDA9-AC9A-51046E1A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45541-90DC-E559-F4C4-C74307807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0BEFD-EF1D-DD0D-BB32-B0D1504D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B02BB-4C49-FD78-494C-C147D092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3E267-F522-6CD3-D7BC-7871EE23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189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29CEB-2C1F-07F5-DCEE-96A1BF5B3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A01B0-AF05-FF80-7DDC-2344DEA68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FAAC-B2B6-4E9C-245C-612615C2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8F960-DA24-F5D2-18D6-377F79B3D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2DE51-A04A-7BC9-1B96-151A1F87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443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CF712-04C2-493E-AB38-745FE1C6F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A3901-ABBA-7AA4-211F-585C4FE17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109A3-9A5A-B60F-CE66-353A0B9D7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59E7F-2C1C-4F6C-9434-9F3C3DE4DDB5}" type="datetimeFigureOut">
              <a:rPr lang="en-ID" smtClean="0"/>
              <a:t>02/03/2026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AF685-FD57-4127-401A-7A2CE5832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81D1-466D-F796-458F-B11EAB245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DAEC7-38B1-42BB-8958-DE22FDF3F8C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739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2162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 : Annisa Ikrimatus Soleha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 : E4123190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 : D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8967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FA159159-262D-5DB2-DFBB-535AE15B9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42" y="287346"/>
            <a:ext cx="5678115" cy="1670034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B9BC6E1-863E-0A0D-5F88-D106E1092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41" y="2172727"/>
            <a:ext cx="5678115" cy="1239340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0152352-BC48-8959-E2FB-D39ED97C4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55" y="3725310"/>
            <a:ext cx="9097645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6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0D102-CF76-447A-2F0A-078CADC60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27" y="1059114"/>
            <a:ext cx="5639587" cy="600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5F647-C277-0888-BFC7-4D4325043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444" y="1998887"/>
            <a:ext cx="5287113" cy="228632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FDF8F83-63B3-5188-885A-81FE4EE8A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652" y="2717724"/>
            <a:ext cx="7668695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9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47D5C2E-83AC-E06C-68A7-4BB56003F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69" y="1451735"/>
            <a:ext cx="5753903" cy="1066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AFAD23-4D06-9E9B-841B-772BE688D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996" y="2910286"/>
            <a:ext cx="5068007" cy="200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1823E3-FA2D-421D-DB3C-0CE7C9BF3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944" y="3662654"/>
            <a:ext cx="293410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3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2FAD948-0516-BFBB-DA8E-A8A71A0E6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205" y="367277"/>
            <a:ext cx="7087589" cy="4039164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46E7544-330B-2A30-B573-2F7ADFDD8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049" y="5073611"/>
            <a:ext cx="3581900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7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7D0CC6-C3B9-5C98-04C3-17D4A18F4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42" y="1347497"/>
            <a:ext cx="7459116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B7C0240E-71E7-6F81-9E83-8B829CB88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125" y="1657102"/>
            <a:ext cx="9135750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8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50AF354D-BB98-82DE-47E0-94F099B11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145" y="364966"/>
            <a:ext cx="9173855" cy="3496163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E19726E-93F7-C046-B5BA-77BBDFF91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1" y="4206715"/>
            <a:ext cx="8240275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7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DEBF88-01C4-9702-2F2E-574EC6532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151" y="1133154"/>
            <a:ext cx="929769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7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77A0-369E-26C8-8CB5-56B3C192A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E5B7F-20B4-2CB9-173A-BEEF13589B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E9E9FD-C151-5FCE-A626-C3ECFB136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363" y="1552313"/>
            <a:ext cx="6973273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807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Nama : Annisa Ikrimatus Soleha NIM : E4123190 Gol : 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Annisa Ikrimatus Soleha</dc:creator>
  <cp:lastModifiedBy>Annisa Ikrimatus Soleha</cp:lastModifiedBy>
  <cp:revision>1</cp:revision>
  <dcterms:created xsi:type="dcterms:W3CDTF">2026-03-02T07:03:43Z</dcterms:created>
  <dcterms:modified xsi:type="dcterms:W3CDTF">2026-03-02T07:07:45Z</dcterms:modified>
</cp:coreProperties>
</file>