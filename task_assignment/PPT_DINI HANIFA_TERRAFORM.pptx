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DBFB-FE45-6D47-8460-EF68208A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1FFB3-BC27-8C33-C20B-635D87786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38CF-C101-51B3-9EF1-3F5B9D91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F4AD8-9E69-6FF4-30D1-F5BA178E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20AE0-DF65-23F5-C99B-7BE35590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961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17B4-C2C9-8867-2320-A2D413EC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B1DB1-1227-F764-ADE8-CBBE6298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929F-09E5-B167-D1F6-BD894C09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01C2D-F3B0-4033-C908-E30D24C4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60C8A-7FD3-0A8F-31E2-E38D8C89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562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88FF-9CB6-E0CF-B3A3-FC1A1D5F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5B2E4-8184-8151-548D-BAA8665CD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36822-79E6-7CC1-BABC-AAB8BA50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52B6-C7C5-6BB6-D65C-404DE2E0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98ABB-CFFA-8287-1AF2-5548FD2D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594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FD13-42FB-2E76-7FD6-419654C7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B358F-134B-D5C5-8143-FF58D3B39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90C65-9765-9460-1FBE-08777186E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01B42-2281-31A5-9722-52977DD1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098E8-821E-2F7C-CEEA-05D9515F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BCA20-6860-8569-4D11-01D0359B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92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8316-618E-7219-97B2-214E69CE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AF957-3835-4326-30AC-EA29861C6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9F2E1-A6C9-9FC0-F810-CF9BAC182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3399F-B5CD-6A0F-6B6D-87404A9A0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4DDCD-B33D-39FB-7F89-1625A7DA2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85784-B4D5-5881-6238-66881B6D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8329B-3CD3-77A1-6A32-356920BC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A3617-8C1A-604A-930F-F7EFC7E2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753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7810-0C6F-7BF2-04DE-41FDA240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92A9C-89EB-7363-A7FD-735CE32C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C01BB-DA4E-162D-1CF3-87371A36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5FCD3-BD36-064E-8CB1-BF25CBBD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00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F5BB6-E38F-0F0B-9CBD-1A4CE783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BF7BC-435E-A1A9-F6B3-37E7AAB9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10ED4-E456-0A9C-7757-F4B2BCB1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963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781C-F883-1310-5812-3C4244C6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0588F-5260-A906-4596-B9959C51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81922-52EE-0476-8047-5EB2FD45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A875A-2F11-EA05-CC4B-2ADD025C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39EF6-2176-BA9D-FF8F-C6CE127E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15A35-BE24-98C5-9B93-BD683918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8537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2BE8-9479-B0CC-5571-BBF66EB6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62328-4A5B-0297-D711-1A4192D82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FEB1E-7780-6EA9-8C2B-7E8BB7650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17193-70F0-6730-D58A-8316A73F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400ED-BBA5-D509-AD81-C2A94C6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89E84-74DC-23E8-D332-8A79D716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148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415A-2417-CADA-9AF5-56B0586F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C411B-7C7A-E70E-2A1D-E13323B3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AC5CF-74D2-6B3E-0643-C9A49F4B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234C0-0485-053C-51BB-0423DD0B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F42A1-4C90-8505-4E54-67233A49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152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39890-3686-B3D8-A2CB-017A3B618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7506D-79D7-AE4C-0475-6E70F8E9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E2535-59BC-A6C4-DF0D-FA85006D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F16B7-5398-AEBC-3D6E-012CCF47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4EC91-47EF-0DDD-D381-5DC2025F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788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C4007-6CD5-2D83-30D1-BC4773BE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B8296-114D-4385-A27E-27346C9F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9C55A-C81E-E183-4E30-F378E8E7A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F6B08-85DF-43E1-8F45-73DCEBFED5AA}" type="datetimeFigureOut">
              <a:rPr lang="en-ID" smtClean="0"/>
              <a:t>04/03/2026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F897D-885E-8BFB-7481-D1C43637E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A1BC7-DA14-D9DB-742F-9D5B84FB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E0953-DBB5-438D-89CC-DD23723FFE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239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0B2265-D53F-6DB0-7A30-F03914C081C0}"/>
              </a:ext>
            </a:extLst>
          </p:cNvPr>
          <p:cNvSpPr txBox="1"/>
          <p:nvPr/>
        </p:nvSpPr>
        <p:spPr>
          <a:xfrm>
            <a:off x="4085303" y="2212258"/>
            <a:ext cx="40213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000" b="1" dirty="0"/>
              <a:t>DINI HANIFA</a:t>
            </a:r>
          </a:p>
          <a:p>
            <a:pPr algn="ctr"/>
            <a:r>
              <a:rPr lang="id-ID" sz="3000" b="1" dirty="0"/>
              <a:t>E41231640</a:t>
            </a:r>
          </a:p>
          <a:p>
            <a:pPr algn="ctr"/>
            <a:endParaRPr lang="id-ID" sz="3000" b="1" dirty="0"/>
          </a:p>
          <a:p>
            <a:pPr algn="ctr"/>
            <a:r>
              <a:rPr lang="id-ID" sz="3000" b="1" dirty="0"/>
              <a:t>TERRAFORM NGINX</a:t>
            </a:r>
            <a:endParaRPr lang="en-ID" sz="3000" b="1" dirty="0"/>
          </a:p>
        </p:txBody>
      </p:sp>
    </p:spTree>
    <p:extLst>
      <p:ext uri="{BB962C8B-B14F-4D97-AF65-F5344CB8AC3E}">
        <p14:creationId xmlns:p14="http://schemas.microsoft.com/office/powerpoint/2010/main" val="325773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C1CB-397D-FC27-65E3-6C6E9E5C3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2DEB6-8207-8A8C-F63E-BA2FE72116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E76F0-EA15-5348-6C4D-97BD11F55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0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1827-4F20-6157-1EA7-DD8AEFFD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4FA46B-F3ED-F28C-BCE4-A4D25FBCC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3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CCCD-4C42-A8C5-C3C8-5D2C87F0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F50C56-0B48-3261-F25E-C3D38567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25B2DF-492F-BC6F-14EB-827DE112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8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B144-D76E-6CC3-B2BE-929358C7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F0B3-1D2A-C760-CE3A-7B98FA74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421AF-7A8A-E29E-4191-1E0E2638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83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2EC1-B062-E02E-DB0E-F7802CE1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C917-467A-DA80-95F5-0857B476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36667-DBFF-6009-D176-FE749550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95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13D8-8985-9915-713A-951D1887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B0B0E-E696-6237-668E-8D06313D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EF60B-5DCB-022F-185E-D3744965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1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80C8-D1F7-3528-36A3-ED83AA53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6DF2-A1A3-DE67-64F2-F1178C84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802A7-C649-CDCE-A113-4B76C7E6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1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8BAB-FB81-7FB2-4BD1-4A3CA230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480F-0D24-22F7-5E3F-03D318841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2FD19-8B78-94C1-5859-158314FD1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5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dini hanifa</dc:creator>
  <cp:lastModifiedBy>dini hanifa</cp:lastModifiedBy>
  <cp:revision>1</cp:revision>
  <dcterms:created xsi:type="dcterms:W3CDTF">2026-03-04T04:44:06Z</dcterms:created>
  <dcterms:modified xsi:type="dcterms:W3CDTF">2026-03-04T04:44:27Z</dcterms:modified>
</cp:coreProperties>
</file>