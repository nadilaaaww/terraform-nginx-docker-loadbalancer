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8" r:id="rId3"/>
    <p:sldId id="263" r:id="rId4"/>
    <p:sldId id="259" r:id="rId5"/>
    <p:sldId id="260" r:id="rId6"/>
    <p:sldId id="261" r:id="rId7"/>
    <p:sldId id="262" r:id="rId8"/>
    <p:sldId id="25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DD3F8-2DE6-CE3A-0863-3376685BB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97BEBA-BE73-FF4A-4568-161160064C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C2847-CE29-A1F8-5B0F-009E74C3E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B3C7-CBC7-49BE-84DA-566E6A9C75A0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673EC-B18B-8F3A-3AA3-D3D06F268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0AE57-1E50-C961-7573-AC5B62C87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A56ED-AF0C-490F-BAD6-D1DCB6EE034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27593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08D10-7A9F-D7F3-7BCB-D4C61209A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0B5A7-9AD5-63AA-510F-D5FF7439F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4B2E9-EF9A-B9DE-E58F-7F0D02FF8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B3C7-CBC7-49BE-84DA-566E6A9C75A0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00A6C-E351-0625-63CA-43C342A6A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40AE3-D67C-235F-8B5A-651AD4088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A56ED-AF0C-490F-BAD6-D1DCB6EE034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40698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6D00D-65F5-41FB-9017-48F189DA2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66DC7-6785-C3D2-5AE3-E98F09D23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0A673-F9AF-9B13-6F11-C37B89FCB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B3C7-CBC7-49BE-84DA-566E6A9C75A0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DCC87-BFB9-C86A-D3DC-35AE9C0D7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D7DEA-F6B5-14ED-2B68-8E47E6E52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A56ED-AF0C-490F-BAD6-D1DCB6EE034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3280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BF5C2-690A-A9E8-08F0-D1A75463B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3C42E-F37F-55AE-517C-579C9004D8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35EA1B-15F5-ED7E-B4F6-EDF3C9015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8BD5EA-3BE5-0E46-75AE-5DF741E29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B3C7-CBC7-49BE-84DA-566E6A9C75A0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768F60-E8EC-2D94-02B3-82D346FB9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09498-B18F-4CFF-C759-E09936D9D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A56ED-AF0C-490F-BAD6-D1DCB6EE034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56632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8AE89-A8E7-8539-F3AC-EEF2B1FE3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087D7-9097-B921-2057-88114EFD8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D1B000-9F0A-0131-4C91-D1A7E5A928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24826-E578-7BDC-D42A-39D0B38CBF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81D202-DC78-7351-13E1-25CECB4521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808186-F5CC-225B-226F-5F9BAF43F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B3C7-CBC7-49BE-84DA-566E6A9C75A0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E4A976-34B8-06B3-25A7-537D50D87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B4F80E-C272-4B46-B7BA-234C262CF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A56ED-AF0C-490F-BAD6-D1DCB6EE034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89355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02D7D-A599-B0AD-9BD6-8E6DF5488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78C2EE-EE31-ED11-4C99-07551BE3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B3C7-CBC7-49BE-84DA-566E6A9C75A0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954CEE-D14A-9215-24CE-A623DDC83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7CDEB7-A220-D29D-167B-2B59CB15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A56ED-AF0C-490F-BAD6-D1DCB6EE034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97099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6750BB-373E-6EA3-1D40-2EA48645D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B3C7-CBC7-49BE-84DA-566E6A9C75A0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F53B74-32C6-6322-E8EA-DD82B4A49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D2A38-C1A6-A25C-7E7B-868B7515C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A56ED-AF0C-490F-BAD6-D1DCB6EE034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73390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23D8D-F65A-0744-1FA8-6971B2C73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9C5CF-47BD-575F-93F8-A5373A5EA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F3D056-CAE0-BB60-8849-733B81DC6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529E74-B6ED-3A8E-A52F-9AC5D3560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B3C7-CBC7-49BE-84DA-566E6A9C75A0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E97AFE-BA87-423B-8D91-92644062C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DAD7C4-CAFD-488F-03F9-012059253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A56ED-AF0C-490F-BAD6-D1DCB6EE034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35750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9A121-2B8F-86AD-BB3C-025A7FFD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DA2FBF-2B15-AC1D-25E3-4E0687676D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7BF4BA-974C-B75B-42FD-8DA58664E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EC8094-DDC7-719A-0187-0E6D42504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B3C7-CBC7-49BE-84DA-566E6A9C75A0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C3805F-55BB-5324-3C35-60C7AEC20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01C088-7924-57DE-D870-DB660B98F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A56ED-AF0C-490F-BAD6-D1DCB6EE034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62826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BDC54-A84E-8AB9-57DD-4EA2389F5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A20DF-7303-A8C0-6EF4-4069686EBE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8BE7A-8A90-A6A9-E0BF-EA1B6EC7A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B3C7-CBC7-49BE-84DA-566E6A9C75A0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90732-A463-A419-3171-D81C050E1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7EAC4-C505-4077-EB69-1FAF04376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A56ED-AF0C-490F-BAD6-D1DCB6EE034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05329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152605-E917-D74F-7B6C-4010227C2E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F56F3D-94CB-9A00-206F-BBF43E1A4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401F2-19C7-1C97-CCC9-ECD3C9DFE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2B3C7-CBC7-49BE-84DA-566E6A9C75A0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E46F9-F933-6B5E-B53C-188FC9461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D72E8-3BEF-0860-9393-C233F2646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A56ED-AF0C-490F-BAD6-D1DCB6EE034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67871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4505BB-A086-2101-6B4F-842AA5960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44057-FDEC-D66E-F13F-B2A4A1503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D2EF0-1A46-E08C-50F5-2E2CDB5C58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2B3C7-CBC7-49BE-84DA-566E6A9C75A0}" type="datetimeFigureOut">
              <a:rPr lang="en-ID" smtClean="0"/>
              <a:t>03/03/2026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70A40-4271-E8E1-DEBB-6170D1B1B6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AA9D1-91F9-C8CD-3A1B-36704BA7D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A56ED-AF0C-490F-BAD6-D1DCB6EE034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50202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3907B-B8C9-524B-B24D-8509979AD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0" y="2894012"/>
            <a:ext cx="8001000" cy="1069975"/>
          </a:xfrm>
        </p:spPr>
        <p:txBody>
          <a:bodyPr/>
          <a:lstStyle/>
          <a:p>
            <a:r>
              <a:rPr lang="en-US" dirty="0"/>
              <a:t>E41231866 Aditya Fajar Maulana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37777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7E251-7CA9-2305-004E-7E2FAE3B7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080819" cy="1227702"/>
          </a:xfrm>
        </p:spPr>
        <p:txBody>
          <a:bodyPr>
            <a:normAutofit fontScale="90000"/>
          </a:bodyPr>
          <a:lstStyle/>
          <a:p>
            <a:r>
              <a:rPr lang="en-ID" b="1" dirty="0" err="1"/>
              <a:t>Struktur</a:t>
            </a:r>
            <a:r>
              <a:rPr lang="en-ID" b="1" dirty="0"/>
              <a:t> Folder</a:t>
            </a:r>
            <a:br>
              <a:rPr lang="en-ID" b="1" dirty="0"/>
            </a:b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A5B6CA-3BA6-3307-5834-6E0018405A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900" y="175259"/>
            <a:ext cx="3773654" cy="631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554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8C2A-420B-45E4-2CCC-8C3C382ED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0700" y="365125"/>
            <a:ext cx="2387600" cy="1031875"/>
          </a:xfrm>
        </p:spPr>
        <p:txBody>
          <a:bodyPr>
            <a:normAutofit fontScale="90000"/>
          </a:bodyPr>
          <a:lstStyle/>
          <a:p>
            <a:r>
              <a:rPr lang="en-ID" b="1" dirty="0" err="1"/>
              <a:t>Inisialisasi</a:t>
            </a:r>
            <a:br>
              <a:rPr lang="en-ID" b="1" dirty="0"/>
            </a:b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E76C41-A174-8CDE-D5C3-6B79EFC9F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1164" y="1690688"/>
            <a:ext cx="8369671" cy="4986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950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6B037-2022-A924-0C7F-AE67C6E09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365125"/>
            <a:ext cx="6096000" cy="688975"/>
          </a:xfrm>
        </p:spPr>
        <p:txBody>
          <a:bodyPr>
            <a:normAutofit fontScale="90000"/>
          </a:bodyPr>
          <a:lstStyle/>
          <a:p>
            <a:r>
              <a:rPr lang="en-ID" b="1" dirty="0" err="1"/>
              <a:t>Melihat</a:t>
            </a:r>
            <a:r>
              <a:rPr lang="en-ID" b="1" dirty="0"/>
              <a:t> </a:t>
            </a:r>
            <a:r>
              <a:rPr lang="en-ID" b="1" dirty="0" err="1"/>
              <a:t>Rencana</a:t>
            </a:r>
            <a:r>
              <a:rPr lang="en-ID" b="1" dirty="0"/>
              <a:t> </a:t>
            </a:r>
            <a:r>
              <a:rPr lang="en-ID" b="1" dirty="0" err="1"/>
              <a:t>Eksekusi</a:t>
            </a:r>
            <a:br>
              <a:rPr lang="en-ID" b="1" dirty="0"/>
            </a:b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0C8F71-BDBF-8549-8FA5-7F1BEB84F1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944" y="1734062"/>
            <a:ext cx="8460112" cy="475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07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2B79E-EC18-E954-76DF-66F9945EC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0300" y="438149"/>
            <a:ext cx="4851400" cy="485775"/>
          </a:xfrm>
        </p:spPr>
        <p:txBody>
          <a:bodyPr>
            <a:normAutofit fontScale="90000"/>
          </a:bodyPr>
          <a:lstStyle/>
          <a:p>
            <a:r>
              <a:rPr lang="en-ID" b="1" dirty="0" err="1"/>
              <a:t>Membuat</a:t>
            </a:r>
            <a:r>
              <a:rPr lang="en-ID" b="1" dirty="0"/>
              <a:t> </a:t>
            </a:r>
            <a:r>
              <a:rPr lang="en-ID" b="1" dirty="0" err="1"/>
              <a:t>Infrastruktur</a:t>
            </a:r>
            <a:br>
              <a:rPr lang="en-ID" b="1" dirty="0"/>
            </a:b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3ECD08-68EA-8020-D89A-D9A7ABE791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9272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929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2C3F1-B4B2-FBD1-AEA5-65E64DE2B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1355725"/>
            <a:ext cx="4013200" cy="1057275"/>
          </a:xfrm>
        </p:spPr>
        <p:txBody>
          <a:bodyPr>
            <a:normAutofit fontScale="90000"/>
          </a:bodyPr>
          <a:lstStyle/>
          <a:p>
            <a:r>
              <a:rPr lang="en-ID" dirty="0"/>
              <a:t>Enter a value :</a:t>
            </a:r>
            <a:br>
              <a:rPr lang="en-ID" dirty="0"/>
            </a:br>
            <a:r>
              <a:rPr lang="en-ID" dirty="0"/>
              <a:t>yes</a:t>
            </a:r>
            <a:br>
              <a:rPr lang="en-ID" dirty="0"/>
            </a:b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B5225B-B2CC-29B5-EC4F-A13DEEA5FA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5703" y="676377"/>
            <a:ext cx="8197918" cy="461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469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8E5E50-DDF0-9260-7687-6A1A676D11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307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1997C-117F-9503-0B0C-7F27FA168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2900" y="544839"/>
            <a:ext cx="9144000" cy="1463521"/>
          </a:xfrm>
        </p:spPr>
        <p:txBody>
          <a:bodyPr>
            <a:normAutofit fontScale="90000"/>
          </a:bodyPr>
          <a:lstStyle/>
          <a:p>
            <a:r>
              <a:rPr lang="en-ID" b="1" dirty="0"/>
              <a:t> Akses </a:t>
            </a:r>
            <a:r>
              <a:rPr lang="en-ID" b="1" dirty="0" err="1"/>
              <a:t>Aplikasi</a:t>
            </a:r>
            <a:br>
              <a:rPr lang="en-ID" b="1" dirty="0"/>
            </a:b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572445-9CEE-F112-66BE-EA4BA0751D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93" y="1854123"/>
            <a:ext cx="4655775" cy="21616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B00CC8-93FF-ED52-7F10-725B9EC118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530" y="2934928"/>
            <a:ext cx="4437242" cy="23592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529398-489A-26FF-B801-0728DE5A9B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93" y="4405348"/>
            <a:ext cx="4554058" cy="235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436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27</Words>
  <Application>Microsoft Office PowerPoint</Application>
  <PresentationFormat>Widescreen</PresentationFormat>
  <Paragraphs>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E41231866 Aditya Fajar Maulana</vt:lpstr>
      <vt:lpstr>Struktur Folder </vt:lpstr>
      <vt:lpstr>Inisialisasi </vt:lpstr>
      <vt:lpstr>Melihat Rencana Eksekusi </vt:lpstr>
      <vt:lpstr>Membuat Infrastruktur </vt:lpstr>
      <vt:lpstr>Enter a value : yes </vt:lpstr>
      <vt:lpstr>PowerPoint Presentation</vt:lpstr>
      <vt:lpstr> Akses Aplikasi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F</dc:creator>
  <cp:lastModifiedBy>Aditya F</cp:lastModifiedBy>
  <cp:revision>1</cp:revision>
  <dcterms:created xsi:type="dcterms:W3CDTF">2026-03-03T03:08:41Z</dcterms:created>
  <dcterms:modified xsi:type="dcterms:W3CDTF">2026-03-03T03:13:45Z</dcterms:modified>
</cp:coreProperties>
</file>